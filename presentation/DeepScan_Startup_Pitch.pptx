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3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E31"/>
                </a:solidFill>
                <a:latin typeface="Calibri"/>
              </a:rPr>
              <a:t>Verdict accuracy on 379 held-out images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Held-out validation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45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Real photos
correct</c:v>
                  </c:pt>
                  <c:pt idx="1">
                    <c:v>AI images
caught</c:v>
                  </c:pt>
                  <c:pt idx="2">
                    <c:v>Deepfakes
caught</c:v>
                  </c:pt>
                  <c:pt idx="3">
                    <c:v>Real wrongly
called fake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76</c:v>
                </c:pt>
                <c:pt idx="2">
                  <c:v>50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2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DeepScan tells you whether an image can be trusted, and shows why. We are a forensic evidence engine, not a single black-box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not curiosity about AI images. It is money and liability: a fake face opens an account, a generated photo settles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our credibility: we measured these failures, we did not read them in a blog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jury metaphor: five models plus measurable physical evidence, weighted by how reliable each one proved to be on labelled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beat: upload an image, show the verdict, then scroll to the evidence panel and the raw detector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can download a detector. The defensible part is the calibrated fusion and the pipeline that keeps it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in the room: deepfake recall at 50% is the weak spot and the reason for the current data expansion. Precision is the number that matters for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timing around obligation, not novelty: once labelling is required, someone has to check the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levels are deliberately not on the slide; quote them only if asked, and say they are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offer is the whole sales motion: we measure on their data and show the evidence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the weak number out loud before they find it is what makes the strong numbers believable.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a live test with an image the audience chooses. The evidence panel is the memorable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2926080"/>
            <a:ext cx="3108960" cy="310896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DeepScan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 guess, for every image people act on.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multi-signal forensic engine that decides whether a photo is real, AI-generated or a deepfake — and shows the evidence behind the verdict.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Data-Augmented Deepfake Detection  ·  Team DeepScan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is no longer believing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now produce a convincing fake face in minutes, and the people who must judge those images have no tools.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 &amp; fintech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07208"/>
            <a:ext cx="2862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selfies and video KYC can be passed with a swapped 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196596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36592" y="22219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&amp; claims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807208"/>
            <a:ext cx="2862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photos and documents can be generated to order.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196596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13064" y="22219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Courts, HR &amp; press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513064" y="2807208"/>
            <a:ext cx="2862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sources arrive as screenshots no one can verify.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908792" cy="1600200"/>
          </a:xfrm>
          <a:prstGeom prst="roundRect">
            <a:avLst>
              <a:gd name="adj" fmla="val 6857"/>
            </a:avLst>
          </a:prstGeom>
          <a:solidFill>
            <a:srgbClr val="0B1E22"/>
          </a:solidFill>
          <a:ln w="12700">
            <a:solidFill>
              <a:srgbClr val="0B1E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3708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$40B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US generative-AI fraud losses by 2027 (Deloitte Center for Financial Services, 2024)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3708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detected deepfake fraud attempts year over year (Sumsub Identity Fraud Report, 2023)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3708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most of these teams have today: they forward the image to a colleague and guess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figures are third-party estimates, cited above; DeepScan's own measurements appear on the results slide.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today's detectors disappoint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the public state of the art on our own data before building anything.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02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2219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one blind spot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072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detector trained on yesterday's generators scores today's images near zero. In our tests one face-swap image was rated 'real' by four separate detectors at once.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402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219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explanation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8072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'FAKE, 87%' cannot be shown to a customer, a regulator or a judge. Nobody can check the reasoning.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297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2793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Overconfident on the edge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646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tools must answer even when the evidence is thin, so they fail silently and confidently.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0233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97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within months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48646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image model breaks a fixed detector; retraining the whole model each time is not viable.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DeepScan: a jury, not a single judge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detectors and measured image forensics are weighed together into one calibrated decision.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29968" cy="2057400"/>
          </a:xfrm>
          <a:prstGeom prst="roundRect">
            <a:avLst>
              <a:gd name="adj" fmla="val 5405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3774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or video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06324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found?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Full-frame and face paths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70048" y="2926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35224" y="2148840"/>
            <a:ext cx="2029968" cy="2057400"/>
          </a:xfrm>
          <a:prstGeom prst="roundRect">
            <a:avLst>
              <a:gd name="adj" fmla="val 5405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99816" y="23774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ML detectors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99816" y="306324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Face-swap, AI-image and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modern-generator models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926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30368" y="2148840"/>
            <a:ext cx="2029968" cy="2057400"/>
          </a:xfrm>
          <a:prstGeom prst="roundRect">
            <a:avLst>
              <a:gd name="adj" fmla="val 5405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94960" y="23774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forensic signals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06324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Eyes, mouth, skin, blending,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noise, frequency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60336" y="2926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25512" y="2148840"/>
            <a:ext cx="2029968" cy="2057400"/>
          </a:xfrm>
          <a:prstGeom prst="roundRect">
            <a:avLst>
              <a:gd name="adj" fmla="val 5405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90104" y="23774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fusion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90104" y="306324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learned from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images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2926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820656" y="2148840"/>
            <a:ext cx="2029968" cy="2057400"/>
          </a:xfrm>
          <a:prstGeom prst="roundRect">
            <a:avLst>
              <a:gd name="adj" fmla="val 5405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85248" y="23774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+ evidence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985248" y="306324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· AI-GENERATED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· UNCERTAIN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634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is measured from the actual pixels. A signal that cannot be measured is reported as unavailable and the remaining evidence is re-weighted — the engine never invents a number.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actually gets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they can defend, in about three seconds per image.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with a confidence you can trust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07208"/>
            <a:ext cx="47548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· AI-GENERATED · DEEPFAKE · UNCERTAIN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is a feature, not a cop-out: it fires only when the evidence genuinely conflicts, so a confident answer means something.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carries a REAL score and a FAKE score on the same 0-1 scale.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96596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65392" y="222199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breakdown per image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807208"/>
            <a:ext cx="47548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signal groups scored separately: ML detectors, face geometry and blending, eyes, nose and mouth, skin texture, background, lighting, frequency and compression, metadata.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plain-language reason, the raw detector scores, and any camera or C2PA provenance found.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16636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E4F2EE"/>
          </a:solidFill>
          <a:ln w="12700">
            <a:solidFill>
              <a:srgbClr val="C6E3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5321808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web app today; the same engine is exposed as a REST API and runs entirely on the customer's own machine — no image ever leaves their network.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competitors cannot copy quickly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fusion layer is the product; detectors are interchangeable parts.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02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2219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Model-agnostic fusion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072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detector is added as one more input and gets its weight from data, without rebuilding anything.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402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219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on labelled data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8072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decision boundaries are fitted on 1,135 labelled images and checked on held-out images, not hand-tuned.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297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2793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by construction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646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panel is a by-product of how the decision is made, not a story written afterwards.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0233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97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Recalibration flywheel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48646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generator appears → add images → refit in minutes → measured before and after. No full retraining.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claimed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held-out images the system never saw during training or calibration.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8986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(ROC-AUC) on the 72-image acceptance set: fakes score above reals 93% of the time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3611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3616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that set: when DeepScan says fake, it is almost always right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5029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2.0%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57790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523 held-out real photos for the modern-generator detector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FaceForensics++, FaceShifter, OpenFake (70+ generators), DeepFakeFace, DF40/Celeb-DF, bitmind face-swap. Numbers from our own test runs, September 2026.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why now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becoming a compliance requirement, not a nice-to-have.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KYC providers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0720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Per-check verification inside onboarding 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94760" y="22219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&amp; claims teams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80720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 screening before payout.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29400" y="22219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Newsrooms &amp; fact-checkers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80720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images verified before publication.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464040" y="22219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Legal, HR &amp; universities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280720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images and submitted 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908792" cy="1600200"/>
          </a:xfrm>
          <a:prstGeom prst="roundRect">
            <a:avLst>
              <a:gd name="adj" fmla="val 6857"/>
            </a:avLst>
          </a:prstGeom>
          <a:solidFill>
            <a:srgbClr val="0B1E22"/>
          </a:solidFill>
          <a:ln w="12700">
            <a:solidFill>
              <a:srgbClr val="0B1E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is arriving on a timetable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754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AI Act requires providers and deployers to label AI-generated and manipulated content; India's IT ministry has moved to mandate labelling of synthetic media; US financial regulators (FinCEN, 2024) have alerted institutions to deepfake-enabled fraud. Labelling duties create demand for independent verification.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references are public policy documents; confirm current status before quoting dates in a live pitch.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a self-serve API, expand into on-premise licences where privacy and volume matter.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2377440"/>
          </a:xfrm>
          <a:prstGeom prst="roundRect">
            <a:avLst>
              <a:gd name="adj" fmla="val 4615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API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07208"/>
            <a:ext cx="2862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image or video checked, volume tiers. Fits an existing onboarding or claims flow in a 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1965960"/>
            <a:ext cx="3502152" cy="2377440"/>
          </a:xfrm>
          <a:prstGeom prst="roundRect">
            <a:avLst>
              <a:gd name="adj" fmla="val 4615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36592" y="22219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licence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807208"/>
            <a:ext cx="2862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licence per deployment. The engine runs inside the customer's network; no image leaves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1965960"/>
            <a:ext cx="3502152" cy="2377440"/>
          </a:xfrm>
          <a:prstGeom prst="roundRect">
            <a:avLst>
              <a:gd name="adj" fmla="val 4615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13064" y="22219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reports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513064" y="2807208"/>
            <a:ext cx="28620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PDF evidence pack with the full signal breakdown, for disputes, audits and court use.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E4F2EE"/>
          </a:solidFill>
          <a:ln w="12700">
            <a:solidFill>
              <a:srgbClr val="C6E3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84632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stay low because detection runs on ordinary hardware: the whole engine was built and is served from a single 8 GB laptop, with no per-image cloud inference bill.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reach the first customers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evidence-led, and cheap to run.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02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2219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with one workflow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072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evaluation on a customer's own images; we report measured accuracy on their data, not ours.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402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219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method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8072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benchmark results and the evidence format build trust faster than marketing claims.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297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2793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and campus pilots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646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face AI-submitted work and have image-verification needs today.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023360"/>
            <a:ext cx="5330952" cy="1874520"/>
          </a:xfrm>
          <a:prstGeom prst="roundRect">
            <a:avLst>
              <a:gd name="adj" fmla="val 5854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97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Partner, don't replace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4864608"/>
            <a:ext cx="4690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as a verification step inside existing KYC and claims platforms.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today, and what comes next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explicit about the limits — that is why customers can trust the numbers we do publish.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07208"/>
            <a:ext cx="47548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real, AI-generated, deepfake or uncertain, with full evidence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frames sampled and scored the same way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on a laptop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plus REST API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97% on held-out images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96596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1F6F5"/>
          </a:solidFill>
          <a:ln w="12700">
            <a:solidFill>
              <a:srgbClr val="DCE8E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65392" y="222199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in order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807208"/>
            <a:ext cx="47548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Deepfake recall (50% today): training on newly added public face-swap datasets is in progress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Recent generators: continuous ingestion of new AI models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Audio and full video pipelines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Evidence report export and audit log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Independent third-party benchmark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policy: no result in this deck comes from an image the system was trained or calibrated 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120640" cy="512064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is losing its default trust.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DeepScan gives that trust back one image at a time — with the evidence attached.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5176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63347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18688"/>
            <a:ext cx="2862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KYC, insurance or newsroom team willing to test on their own images.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237744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65176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63347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and data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218688"/>
            <a:ext cx="2862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continuous recalibration against new generators.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3024" y="237744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13292E"/>
          </a:solidFill>
          <a:ln w="12700">
            <a:solidFill>
              <a:srgbClr val="1E3C4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2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65176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34272" y="263347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13064" y="3218688"/>
            <a:ext cx="2862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Forensics, fraud and compliance expertise for product direction.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on any image you bring to this room.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DeepScan — Synthetic Data-Augmented Deepfake Detection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DeepScan pitch</dc:title>
  <dc:subject>PptxGenJS Presentation</dc:subject>
  <dc:creator>DeepScan</dc:creator>
  <cp:lastModifiedBy>DeepScan</cp:lastModifiedBy>
  <cp:revision>1</cp:revision>
  <dcterms:created xsi:type="dcterms:W3CDTF">2026-09-16T05:59:41Z</dcterms:created>
  <dcterms:modified xsi:type="dcterms:W3CDTF">2026-09-16T05:59:41Z</dcterms:modified>
</cp:coreProperties>
</file>